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Increment: the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fixed promotion budget needs an incremental-margin decision.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Randomization gives the ITT; SRM and uncertainty are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Propensity predicts outcomes; uplift estimates treatment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business case: 5.26 INR per eligible user above random at 50%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Capacity and interference can reverse a customer-level optimum.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Persistent holdout, staged gates, guardrails, and retraining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Qini</a:t>
            </a:r>
          </a:p>
        </p:txBody>
      </p:sp>
      <p:pic>
        <p:nvPicPr>
          <p:cNvPr id="3" name="Picture 2" descr="qin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Uplift deciles</a:t>
            </a:r>
          </a:p>
        </p:txBody>
      </p:sp>
      <p:pic>
        <p:nvPicPr>
          <p:cNvPr id="3" name="Picture 2" descr="uplift_dec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vs budget</a:t>
            </a:r>
          </a:p>
        </p:txBody>
      </p:sp>
      <p:pic>
        <p:nvPicPr>
          <p:cNvPr id="3" name="Picture 2" descr="profit_vs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